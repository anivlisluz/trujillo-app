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1"/>
  </p:notesMasterIdLst>
  <p:sldIdLst>
    <p:sldId id="1962" r:id="rId6"/>
    <p:sldId id="2147308058" r:id="rId7"/>
    <p:sldId id="2147308059" r:id="rId8"/>
    <p:sldId id="2147308060" r:id="rId9"/>
    <p:sldId id="2147308061" r:id="rId1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IMO 3" id="{F9AEF15D-4922-4626-B254-8254AE20B314}">
          <p14:sldIdLst>
            <p14:sldId id="1962"/>
            <p14:sldId id="2147308058"/>
            <p14:sldId id="2147308059"/>
            <p14:sldId id="2147308060"/>
            <p14:sldId id="2147308061"/>
          </p14:sldIdLst>
        </p14:section>
      </p14:sectionLst>
    </p:ex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4" pos="7536" userDrawn="1">
          <p15:clr>
            <a:srgbClr val="A4A3A4"/>
          </p15:clr>
        </p15:guide>
        <p15:guide id="5" pos="312" userDrawn="1">
          <p15:clr>
            <a:srgbClr val="A4A3A4"/>
          </p15:clr>
        </p15:guide>
        <p15:guide id="12" orient="horz" pos="2688" userDrawn="1">
          <p15:clr>
            <a:srgbClr val="A4A3A4"/>
          </p15:clr>
        </p15:guide>
        <p15:guide id="13" orient="horz" pos="3696" userDrawn="1">
          <p15:clr>
            <a:srgbClr val="A4A3A4"/>
          </p15:clr>
        </p15:guide>
        <p15:guide id="15" orient="horz" pos="4104" userDrawn="1">
          <p15:clr>
            <a:srgbClr val="A4A3A4"/>
          </p15:clr>
        </p15:guide>
        <p15:guide id="16" pos="1296" userDrawn="1">
          <p15:clr>
            <a:srgbClr val="A4A3A4"/>
          </p15:clr>
        </p15:guide>
        <p15:guide id="21" orient="horz" pos="168" userDrawn="1">
          <p15:clr>
            <a:srgbClr val="A4A3A4"/>
          </p15:clr>
        </p15:guide>
        <p15:guide id="22" orient="horz" pos="528" userDrawn="1">
          <p15:clr>
            <a:srgbClr val="A4A3A4"/>
          </p15:clr>
        </p15:guide>
        <p15:guide id="23" pos="144" userDrawn="1">
          <p15:clr>
            <a:srgbClr val="A4A3A4"/>
          </p15:clr>
        </p15:guide>
        <p15:guide id="24" pos="7368" userDrawn="1">
          <p15:clr>
            <a:srgbClr val="A4A3A4"/>
          </p15:clr>
        </p15:guide>
        <p15:guide id="25" pos="535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D616C71-E9B9-6557-88A5-23E104FFFBAF}" name="Oscar Frank " initials="OF" userId="Oscar Frank 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ernando Maroniene" initials="FM" lastIdx="2" clrIdx="0">
    <p:extLst>
      <p:ext uri="{19B8F6BF-5375-455C-9EA6-DF929625EA0E}">
        <p15:presenceInfo xmlns:p15="http://schemas.microsoft.com/office/powerpoint/2012/main" userId="S::Fernando.Maroniene@ricoh-usa.com::9eb5431e-29cb-409d-a0ec-9d1b0ddea0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D2D3"/>
    <a:srgbClr val="0096DA"/>
    <a:srgbClr val="0E5CA8"/>
    <a:srgbClr val="9437FF"/>
    <a:srgbClr val="D883FF"/>
    <a:srgbClr val="7A81FF"/>
    <a:srgbClr val="FF85FF"/>
    <a:srgbClr val="80008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15" autoAdjust="0"/>
    <p:restoredTop sz="93836" autoAdjust="0"/>
  </p:normalViewPr>
  <p:slideViewPr>
    <p:cSldViewPr snapToGrid="0">
      <p:cViewPr varScale="1">
        <p:scale>
          <a:sx n="101" d="100"/>
          <a:sy n="101" d="100"/>
        </p:scale>
        <p:origin x="232" y="576"/>
      </p:cViewPr>
      <p:guideLst>
        <p:guide pos="3840"/>
        <p:guide pos="7536"/>
        <p:guide pos="312"/>
        <p:guide orient="horz" pos="2688"/>
        <p:guide orient="horz" pos="3696"/>
        <p:guide orient="horz" pos="4104"/>
        <p:guide pos="1296"/>
        <p:guide orient="horz" pos="168"/>
        <p:guide orient="horz" pos="528"/>
        <p:guide pos="144"/>
        <p:guide pos="7368"/>
        <p:guide pos="535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7F8DF07-67DC-4829-A5E3-8A5D412D09E6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DD974B0-F2DC-4ACD-8255-A29BC15566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50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37443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56FD-E85E-ECB5-11A0-C5F7034D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6AAF32-0398-9AC5-05E3-E9000D8D2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2D1DBB6-81C7-D155-F079-8D412A582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8159E8-E16D-04E1-2580-22B81E13A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35532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44EA8-3653-09E2-0600-E5A1D4901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BB5D080-994F-C46A-FD31-68ABF7FBD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4484726-162A-E8CA-4AC8-7FAA12519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F61EB1-F393-5BAC-F6FF-21A1F31F8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44881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11F47-68AD-719F-1D24-B5F3E8BD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F21D82-074C-7FD3-3AD3-2590660ED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E7E384-8675-7A66-A9E9-0CD9B527E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AA5547-B38C-CB63-DC71-78606604A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7003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99BD-51EE-6D35-1A81-1E6E3B06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6C27087-FAE8-FACF-1F8D-6766E2C95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9777B63-7430-7F3B-A98D-5F1C9FEF5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F25B27-C4E2-FF15-A4ED-B5D66D355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37509-DFC9-4DE0-B6C9-D7C3A4AE208E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5918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4F11-0D7A-4669-9A49-97A959622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AEC55-DF6C-4060-B07C-EA6EC8BD25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432D1-D85E-47B8-B6B2-22C8815A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73A27-EE47-4620-AAAC-5C63C835C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D161B-1ADA-4B68-A74A-A635D502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185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D6BC-B647-4471-BD86-056CBFC90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874D-B561-4AE4-84B6-ACE0F71E4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D1D0F-A9E6-49AF-B1DC-7E313405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1931-B218-4103-9789-40074B8E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66464-A493-4521-8E6C-9C72DB2F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254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EBE16-28F1-42B3-B416-C635F295C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6FA73-D2A4-4AFB-85C7-00548D757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63144-90C3-4021-9EDF-DFD91227D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F7D6E-9A34-463B-A193-9DD10BCA9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ACFFC-21A9-41D4-8BB0-70D004D1C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130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CA954-10D6-439C-B647-DF2620F1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B74C7-5A74-40F1-8003-8E37A7691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414B7-61E6-42EC-86FB-6B205658F8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FFB1-51E4-4464-BD02-9D59DB44B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434E7-2A57-4A72-81AA-8BFA2508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A2036-D2AB-47F7-AC56-4AF64019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765B8-9A9A-44E8-9763-DB71CB574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3D9BE-5236-4142-960D-D92ED6BF6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F19ED-24D8-4770-926A-555AA7E0F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FB94D-2490-4D5F-B4A4-BFC0140C2C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7977A-0E79-42B7-A3BB-7720E91CA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61E17B-98D5-4AB1-98AB-2F727746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BC1560-D27D-4FE1-9660-B97812EAD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C6D3A1-89C9-4118-9AE6-C5C78191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1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F790D-95C2-4930-9D5E-8B5044CAA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C388-A1D4-4634-A78A-FD5AA99E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8C991D-BDD4-4007-9CD5-43B49BB31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0C54A-4914-462E-A799-75889572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96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DAC30A-BB45-47D1-B86B-790B43A7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4DE66-EC54-436D-9872-3180FE9F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540C4-1BA1-4827-9849-7211BF5BE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8032-9837-454E-9301-B20D50E46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5E31-04BE-4C8C-8609-E6B1F7121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E70948-24A8-4D75-8B69-B1659ECB9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4B34AA-2440-4EB0-8A84-B6708D58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097FB-C774-405B-9442-88C537E6C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44A25-456E-4F96-8D65-D12A4F141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29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8A4A-63BD-4EDB-8C3F-DCE7FE93C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3481B7-55B9-4D24-BF0B-6DE744992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C2A98F-EEBF-416E-AE9F-0997FE509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19F00-BE0B-46F5-8B9E-873E1D530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5A170-9B89-457F-928F-2D165443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05F9B-E0F3-425B-A45D-B5D03032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7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C416-71FA-4034-9F52-4E0D2D96E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6C209-FC82-4184-ABCE-38728F5A7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3EB391-314A-4774-A84E-F89110CB5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33B59-2CCC-4D56-8973-FE25B98C4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A39BA-A75C-4CD2-A9E6-35A647BC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63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0BFE1B-5E96-4971-9470-BAB7CA11A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EA15B-B217-4B59-8AF6-D707DF1F1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2CA00-8248-4951-B9D2-F6DB0CDBA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2A133-3399-41B1-9000-E533A0A2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A59DE-0CF9-4542-B67E-5D73FFF7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91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2DC4739E-7100-B54D-E30D-8913419E66E7}"/>
              </a:ext>
            </a:extLst>
          </p:cNvPr>
          <p:cNvSpPr/>
          <p:nvPr userDrawn="1"/>
        </p:nvSpPr>
        <p:spPr>
          <a:xfrm>
            <a:off x="0" y="0"/>
            <a:ext cx="12192000" cy="69195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C3C5AF4-9AD0-E3FA-25CB-F594E2325A56}"/>
              </a:ext>
            </a:extLst>
          </p:cNvPr>
          <p:cNvSpPr/>
          <p:nvPr userDrawn="1"/>
        </p:nvSpPr>
        <p:spPr>
          <a:xfrm>
            <a:off x="0" y="1398418"/>
            <a:ext cx="12192000" cy="55321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BB8303F-1338-AAE1-FCEB-476A442FD8D0}"/>
              </a:ext>
            </a:extLst>
          </p:cNvPr>
          <p:cNvSpPr/>
          <p:nvPr userDrawn="1"/>
        </p:nvSpPr>
        <p:spPr>
          <a:xfrm>
            <a:off x="9344591" y="1306614"/>
            <a:ext cx="2844000" cy="5623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0E6160D-173B-9C23-0F71-F4F3424963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72398"/>
          <a:stretch/>
        </p:blipFill>
        <p:spPr>
          <a:xfrm>
            <a:off x="1270121" y="264279"/>
            <a:ext cx="2370505" cy="86986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04112B4-F29F-452E-FD7D-766BC8EAFC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191" r="36206"/>
          <a:stretch/>
        </p:blipFill>
        <p:spPr>
          <a:xfrm>
            <a:off x="4910747" y="264279"/>
            <a:ext cx="2370505" cy="86986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CC76103-4594-6A2B-9F37-261FEC1426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3749"/>
          <a:stretch/>
        </p:blipFill>
        <p:spPr>
          <a:xfrm>
            <a:off x="7653297" y="264279"/>
            <a:ext cx="3113294" cy="86986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79BB0A8-E517-EECC-40DA-70B724D158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1524" y="2101004"/>
            <a:ext cx="2390134" cy="863105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9AA317C2-9CC0-6A67-2559-5D87F93F610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1182" y="4008177"/>
            <a:ext cx="2850818" cy="263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95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4A1D6E5-315F-06AC-D477-9E597859DB42}"/>
              </a:ext>
            </a:extLst>
          </p:cNvPr>
          <p:cNvGrpSpPr>
            <a:grpSpLocks/>
          </p:cNvGrpSpPr>
          <p:nvPr userDrawn="1"/>
        </p:nvGrpSpPr>
        <p:grpSpPr>
          <a:xfrm>
            <a:off x="344657" y="6290533"/>
            <a:ext cx="11212155" cy="571777"/>
            <a:chOff x="157436" y="5165123"/>
            <a:chExt cx="14240695" cy="726224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E8F7A9E-9437-997F-29C1-E127D01316B7}"/>
                </a:ext>
              </a:extLst>
            </p:cNvPr>
            <p:cNvGrpSpPr>
              <a:grpSpLocks/>
            </p:cNvGrpSpPr>
            <p:nvPr/>
          </p:nvGrpSpPr>
          <p:grpSpPr>
            <a:xfrm>
              <a:off x="157436" y="5165123"/>
              <a:ext cx="11118781" cy="726224"/>
              <a:chOff x="-853579" y="5120689"/>
              <a:chExt cx="18590637" cy="1214246"/>
            </a:xfrm>
          </p:grpSpPr>
          <p:pic>
            <p:nvPicPr>
              <p:cNvPr id="6" name="Imagen 5" descr="Texto&#10;&#10;Descripción generada automáticamente">
                <a:extLst>
                  <a:ext uri="{FF2B5EF4-FFF2-40B4-BE49-F238E27FC236}">
                    <a16:creationId xmlns:a16="http://schemas.microsoft.com/office/drawing/2014/main" id="{F88BC611-ABAC-FEE0-CD97-DC211CA61C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853579" y="5261618"/>
                <a:ext cx="4437490" cy="932398"/>
              </a:xfrm>
              <a:prstGeom prst="rect">
                <a:avLst/>
              </a:prstGeom>
            </p:spPr>
          </p:pic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52B705AB-CAA1-3B56-6035-2C658691CF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41871" y="5120689"/>
                <a:ext cx="3225486" cy="1214246"/>
              </a:xfrm>
              <a:prstGeom prst="rect">
                <a:avLst/>
              </a:prstGeom>
            </p:spPr>
          </p:pic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9C3719D8-1188-2006-E28B-80C353CE8D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12353" y="5261618"/>
                <a:ext cx="2524705" cy="932398"/>
              </a:xfrm>
              <a:prstGeom prst="rect">
                <a:avLst/>
              </a:prstGeom>
            </p:spPr>
          </p:pic>
        </p:grp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4D43A651-1E72-E518-BCF4-16F0AFBAD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512211" y="5249318"/>
              <a:ext cx="885920" cy="5578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6959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9D211-598D-41C9-998B-C0DF9DF01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4F595C-472F-405D-8D59-1D7B20893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8FE8D-B3C3-470F-A334-52C818103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6BF24-5A6D-4325-A24B-F89CC3B22138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D6E09-8DBF-49AD-A40B-828DC1F627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CA73E-61B9-4FD3-AEDE-1BE676475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7E48B-D892-48D4-9632-1BDEAB1C24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49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74AEC57-7016-9374-A417-1E1FBF232B19}"/>
              </a:ext>
            </a:extLst>
          </p:cNvPr>
          <p:cNvSpPr txBox="1"/>
          <p:nvPr/>
        </p:nvSpPr>
        <p:spPr>
          <a:xfrm>
            <a:off x="393405" y="2731516"/>
            <a:ext cx="8234228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CORRECCIÓN DE BRANDING EN EL APP</a:t>
            </a:r>
          </a:p>
          <a:p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TRUJILLO MI RUTA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8AFE050-0F72-462E-9009-6B9E380CBFBA}"/>
              </a:ext>
            </a:extLst>
          </p:cNvPr>
          <p:cNvGrpSpPr/>
          <p:nvPr/>
        </p:nvGrpSpPr>
        <p:grpSpPr>
          <a:xfrm>
            <a:off x="255180" y="157961"/>
            <a:ext cx="11738346" cy="1078745"/>
            <a:chOff x="255180" y="157961"/>
            <a:chExt cx="11738346" cy="1078745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130D083C-9E74-4341-BE3C-5F58494D698E}"/>
                </a:ext>
              </a:extLst>
            </p:cNvPr>
            <p:cNvSpPr/>
            <p:nvPr/>
          </p:nvSpPr>
          <p:spPr>
            <a:xfrm>
              <a:off x="393405" y="159488"/>
              <a:ext cx="11600121" cy="10772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/>
            </a:p>
          </p:txBody>
        </p: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4FB92806-83B5-4686-9CCF-5F63DDDBA4B7}"/>
                </a:ext>
              </a:extLst>
            </p:cNvPr>
            <p:cNvGrpSpPr/>
            <p:nvPr/>
          </p:nvGrpSpPr>
          <p:grpSpPr>
            <a:xfrm>
              <a:off x="255180" y="157961"/>
              <a:ext cx="11260154" cy="1025188"/>
              <a:chOff x="-391354" y="4985624"/>
              <a:chExt cx="13336680" cy="1214245"/>
            </a:xfrm>
          </p:grpSpPr>
          <p:pic>
            <p:nvPicPr>
              <p:cNvPr id="6" name="Imagen 5" descr="Texto&#10;&#10;Descripción generada automáticamente">
                <a:extLst>
                  <a:ext uri="{FF2B5EF4-FFF2-40B4-BE49-F238E27FC236}">
                    <a16:creationId xmlns:a16="http://schemas.microsoft.com/office/drawing/2014/main" id="{3074BD74-C887-4F66-B306-A448FDC892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91354" y="5126547"/>
                <a:ext cx="4437491" cy="932400"/>
              </a:xfrm>
              <a:prstGeom prst="rect">
                <a:avLst/>
              </a:prstGeom>
            </p:spPr>
          </p:pic>
          <p:pic>
            <p:nvPicPr>
              <p:cNvPr id="7" name="Imagen 6">
                <a:extLst>
                  <a:ext uri="{FF2B5EF4-FFF2-40B4-BE49-F238E27FC236}">
                    <a16:creationId xmlns:a16="http://schemas.microsoft.com/office/drawing/2014/main" id="{3E6341CF-07A1-4655-9D54-93E6B4C644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20637" y="4985624"/>
                <a:ext cx="3225485" cy="1214245"/>
              </a:xfrm>
              <a:prstGeom prst="rect">
                <a:avLst/>
              </a:prstGeom>
            </p:spPr>
          </p:pic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21E01A05-9543-4BD6-A6E2-608001517F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420623" y="5126547"/>
                <a:ext cx="2524703" cy="932400"/>
              </a:xfrm>
              <a:prstGeom prst="rect">
                <a:avLst/>
              </a:prstGeom>
            </p:spPr>
          </p:pic>
        </p:grp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A64EE43C-097E-4E1D-8DB2-825C8DA3F675}"/>
              </a:ext>
            </a:extLst>
          </p:cNvPr>
          <p:cNvSpPr txBox="1"/>
          <p:nvPr/>
        </p:nvSpPr>
        <p:spPr>
          <a:xfrm>
            <a:off x="393405" y="4330652"/>
            <a:ext cx="5931432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O" b="1" noProof="0" dirty="0">
                <a:solidFill>
                  <a:schemeClr val="tx2">
                    <a:lumMod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Expositor: Oscar Frank Rodríguez – Experto CIMO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CD214D7-7D24-ED1A-1353-585F9CE567A1}"/>
              </a:ext>
            </a:extLst>
          </p:cNvPr>
          <p:cNvSpPr txBox="1"/>
          <p:nvPr/>
        </p:nvSpPr>
        <p:spPr>
          <a:xfrm>
            <a:off x="393405" y="3745877"/>
            <a:ext cx="6473247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CO" sz="28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Componente 03 de Proyecto CIMO</a:t>
            </a:r>
            <a:endParaRPr lang="es-CO" sz="2800" b="1" noProof="0" dirty="0">
              <a:solidFill>
                <a:srgbClr val="FF0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784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6686A-AEA0-AFD7-F150-F1D38DDB2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6257FBAE-49BC-E4C2-7F75-AB743CF64D28}"/>
              </a:ext>
            </a:extLst>
          </p:cNvPr>
          <p:cNvGrpSpPr/>
          <p:nvPr/>
        </p:nvGrpSpPr>
        <p:grpSpPr>
          <a:xfrm>
            <a:off x="0" y="-33094"/>
            <a:ext cx="12192000" cy="830264"/>
            <a:chOff x="0" y="-33094"/>
            <a:chExt cx="12192000" cy="830264"/>
          </a:xfrm>
          <a:solidFill>
            <a:srgbClr val="7A81FF"/>
          </a:solidFill>
        </p:grpSpPr>
        <p:sp>
          <p:nvSpPr>
            <p:cNvPr id="4" name="46 CuadroTexto">
              <a:extLst>
                <a:ext uri="{FF2B5EF4-FFF2-40B4-BE49-F238E27FC236}">
                  <a16:creationId xmlns:a16="http://schemas.microsoft.com/office/drawing/2014/main" id="{0A18B0AF-0A1F-EC0B-7113-98DCA1B5BBC4}"/>
                </a:ext>
              </a:extLst>
            </p:cNvPr>
            <p:cNvSpPr txBox="1"/>
            <p:nvPr/>
          </p:nvSpPr>
          <p:spPr>
            <a:xfrm>
              <a:off x="180949" y="229827"/>
              <a:ext cx="4341438" cy="461665"/>
            </a:xfrm>
            <a:prstGeom prst="rect">
              <a:avLst/>
            </a:prstGeom>
            <a:grpFill/>
          </p:spPr>
          <p:txBody>
            <a:bodyPr lIns="91440" tIns="45720" rIns="91440" bIns="45720" anchor="t">
              <a:normAutofit lnSpcReduction="10000"/>
            </a:bodyPr>
            <a:lstStyle>
              <a:defPPr>
                <a:defRPr lang="en-US"/>
              </a:defPPr>
              <a:lvl1pPr defTabSz="914400">
                <a:lnSpc>
                  <a:spcPct val="90000"/>
                </a:lnSpc>
                <a:spcBef>
                  <a:spcPct val="0"/>
                </a:spcBef>
                <a:buNone/>
                <a:defRPr sz="2800" b="1">
                  <a:ln>
                    <a:noFill/>
                  </a:ln>
                  <a:solidFill>
                    <a:srgbClr val="3AAA35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es-CO" noProof="0"/>
                <a:t>Necesidad identificada 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EA7ACB25-766F-F0FC-5768-A063F3279E00}"/>
                </a:ext>
              </a:extLst>
            </p:cNvPr>
            <p:cNvGrpSpPr/>
            <p:nvPr/>
          </p:nvGrpSpPr>
          <p:grpSpPr>
            <a:xfrm>
              <a:off x="0" y="-33094"/>
              <a:ext cx="12192000" cy="830264"/>
              <a:chOff x="0" y="0"/>
              <a:chExt cx="24384000" cy="3824872"/>
            </a:xfrm>
            <a:grpFill/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D9958A44-3A15-9F08-A446-10DBABD7EB6E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3824872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3716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CO" sz="1200" noProof="0"/>
              </a:p>
            </p:txBody>
          </p:sp>
        </p:grp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6AC4132C-0827-00C1-2B83-5743D1A1FDD9}"/>
                </a:ext>
              </a:extLst>
            </p:cNvPr>
            <p:cNvSpPr txBox="1"/>
            <p:nvPr/>
          </p:nvSpPr>
          <p:spPr>
            <a:xfrm>
              <a:off x="1265806" y="166595"/>
              <a:ext cx="10539098" cy="430887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s-CO" sz="2800" b="1" spc="9" dirty="0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Carga de datos</a:t>
              </a:r>
            </a:p>
          </p:txBody>
        </p:sp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74E4D2A5-60BC-9AD6-3152-C6C4E5B851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251" y="115458"/>
              <a:ext cx="847304" cy="533160"/>
            </a:xfrm>
            <a:prstGeom prst="rect">
              <a:avLst/>
            </a:prstGeom>
            <a:grpFill/>
          </p:spPr>
        </p:pic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450F7E-4523-82F5-5CFA-439589E3BB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223"/>
          <a:stretch>
            <a:fillRect/>
          </a:stretch>
        </p:blipFill>
        <p:spPr bwMode="auto">
          <a:xfrm>
            <a:off x="512484" y="2838673"/>
            <a:ext cx="2670597" cy="1464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1A88A09-E7DE-3E48-94ED-5D1036C6C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721" y="1570616"/>
            <a:ext cx="1927332" cy="42654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04CDA17-7DC3-B291-96F8-524F427AC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283" y="1516828"/>
            <a:ext cx="1951636" cy="4319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Llamada con línea 1 1">
            <a:extLst>
              <a:ext uri="{FF2B5EF4-FFF2-40B4-BE49-F238E27FC236}">
                <a16:creationId xmlns:a16="http://schemas.microsoft.com/office/drawing/2014/main" id="{691513CE-B143-F297-3E8C-F4855940FDC3}"/>
              </a:ext>
            </a:extLst>
          </p:cNvPr>
          <p:cNvSpPr/>
          <p:nvPr/>
        </p:nvSpPr>
        <p:spPr>
          <a:xfrm>
            <a:off x="8222196" y="4120178"/>
            <a:ext cx="1539433" cy="1035244"/>
          </a:xfrm>
          <a:prstGeom prst="borderCallout1">
            <a:avLst>
              <a:gd name="adj1" fmla="val 52473"/>
              <a:gd name="adj2" fmla="val -1982"/>
              <a:gd name="adj3" fmla="val 119435"/>
              <a:gd name="adj4" fmla="val -92557"/>
            </a:avLst>
          </a:prstGeom>
          <a:solidFill>
            <a:srgbClr val="2A547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Cambiar el plashscreem definido</a:t>
            </a:r>
          </a:p>
          <a:p>
            <a:pPr algn="l"/>
            <a:endParaRPr lang="es-PE" sz="1400" dirty="0"/>
          </a:p>
        </p:txBody>
      </p:sp>
      <p:sp>
        <p:nvSpPr>
          <p:cNvPr id="5" name="Llamada con línea 1 4">
            <a:extLst>
              <a:ext uri="{FF2B5EF4-FFF2-40B4-BE49-F238E27FC236}">
                <a16:creationId xmlns:a16="http://schemas.microsoft.com/office/drawing/2014/main" id="{10B7506A-A236-2509-1676-F8AA755621D4}"/>
              </a:ext>
            </a:extLst>
          </p:cNvPr>
          <p:cNvSpPr/>
          <p:nvPr/>
        </p:nvSpPr>
        <p:spPr>
          <a:xfrm>
            <a:off x="8222197" y="2668075"/>
            <a:ext cx="1539433" cy="1035244"/>
          </a:xfrm>
          <a:prstGeom prst="borderCallout1">
            <a:avLst>
              <a:gd name="adj1" fmla="val 52473"/>
              <a:gd name="adj2" fmla="val -1982"/>
              <a:gd name="adj3" fmla="val 119435"/>
              <a:gd name="adj4" fmla="val -92557"/>
            </a:avLst>
          </a:prstGeom>
          <a:solidFill>
            <a:srgbClr val="2A547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Duración 5  segundos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867E559-1DEC-80A2-D9D5-4D0B831E9D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551" y="1516827"/>
            <a:ext cx="1975446" cy="4319194"/>
          </a:xfrm>
          <a:prstGeom prst="rect">
            <a:avLst/>
          </a:prstGeom>
        </p:spPr>
      </p:pic>
      <p:sp>
        <p:nvSpPr>
          <p:cNvPr id="14" name="Flecha derecha 13">
            <a:extLst>
              <a:ext uri="{FF2B5EF4-FFF2-40B4-BE49-F238E27FC236}">
                <a16:creationId xmlns:a16="http://schemas.microsoft.com/office/drawing/2014/main" id="{048EAAAF-DAA8-E191-156F-EE8BFA577128}"/>
              </a:ext>
            </a:extLst>
          </p:cNvPr>
          <p:cNvSpPr/>
          <p:nvPr/>
        </p:nvSpPr>
        <p:spPr>
          <a:xfrm>
            <a:off x="9585064" y="4421393"/>
            <a:ext cx="623943" cy="451821"/>
          </a:xfrm>
          <a:prstGeom prst="rightArrow">
            <a:avLst>
              <a:gd name="adj1" fmla="val 45238"/>
              <a:gd name="adj2" fmla="val 50000"/>
            </a:avLst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es-PE" sz="1400" dirty="0"/>
          </a:p>
        </p:txBody>
      </p:sp>
      <p:pic>
        <p:nvPicPr>
          <p:cNvPr id="16" name="Gráfico 15" descr="Thumbs up sign con relleno sólido">
            <a:extLst>
              <a:ext uri="{FF2B5EF4-FFF2-40B4-BE49-F238E27FC236}">
                <a16:creationId xmlns:a16="http://schemas.microsoft.com/office/drawing/2014/main" id="{C4FEC9F9-32B0-14B4-BCC2-6C61C612D9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71776" y="3185697"/>
            <a:ext cx="717187" cy="717187"/>
          </a:xfrm>
          <a:prstGeom prst="rect">
            <a:avLst/>
          </a:prstGeom>
        </p:spPr>
      </p:pic>
      <p:pic>
        <p:nvPicPr>
          <p:cNvPr id="17" name="Gráfico 16" descr="Thumbs up sign con relleno sólido">
            <a:extLst>
              <a:ext uri="{FF2B5EF4-FFF2-40B4-BE49-F238E27FC236}">
                <a16:creationId xmlns:a16="http://schemas.microsoft.com/office/drawing/2014/main" id="{0886ECA6-B964-8A69-0955-56DD1F4365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29374" y="4279206"/>
            <a:ext cx="717187" cy="7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2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96ED-A5D5-6280-2212-B03A7A34F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9E0D533-DFA3-BA1C-2826-625245A9FE8E}"/>
              </a:ext>
            </a:extLst>
          </p:cNvPr>
          <p:cNvGrpSpPr/>
          <p:nvPr/>
        </p:nvGrpSpPr>
        <p:grpSpPr>
          <a:xfrm>
            <a:off x="0" y="-33094"/>
            <a:ext cx="12192000" cy="830264"/>
            <a:chOff x="0" y="-33094"/>
            <a:chExt cx="12192000" cy="830264"/>
          </a:xfrm>
          <a:solidFill>
            <a:srgbClr val="7A81FF"/>
          </a:solidFill>
        </p:grpSpPr>
        <p:sp>
          <p:nvSpPr>
            <p:cNvPr id="4" name="46 CuadroTexto">
              <a:extLst>
                <a:ext uri="{FF2B5EF4-FFF2-40B4-BE49-F238E27FC236}">
                  <a16:creationId xmlns:a16="http://schemas.microsoft.com/office/drawing/2014/main" id="{9FC7DEE1-83E8-E9D4-6F20-403122663939}"/>
                </a:ext>
              </a:extLst>
            </p:cNvPr>
            <p:cNvSpPr txBox="1"/>
            <p:nvPr/>
          </p:nvSpPr>
          <p:spPr>
            <a:xfrm>
              <a:off x="180949" y="229827"/>
              <a:ext cx="4341438" cy="461665"/>
            </a:xfrm>
            <a:prstGeom prst="rect">
              <a:avLst/>
            </a:prstGeom>
            <a:grpFill/>
          </p:spPr>
          <p:txBody>
            <a:bodyPr lIns="91440" tIns="45720" rIns="91440" bIns="45720" anchor="t">
              <a:normAutofit lnSpcReduction="10000"/>
            </a:bodyPr>
            <a:lstStyle>
              <a:defPPr>
                <a:defRPr lang="en-US"/>
              </a:defPPr>
              <a:lvl1pPr defTabSz="914400">
                <a:lnSpc>
                  <a:spcPct val="90000"/>
                </a:lnSpc>
                <a:spcBef>
                  <a:spcPct val="0"/>
                </a:spcBef>
                <a:buNone/>
                <a:defRPr sz="2800" b="1">
                  <a:ln>
                    <a:noFill/>
                  </a:ln>
                  <a:solidFill>
                    <a:srgbClr val="3AAA35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es-CO" noProof="0"/>
                <a:t>Necesidad identificada 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CEDECBD3-1787-FFA0-5794-672F511BDBF6}"/>
                </a:ext>
              </a:extLst>
            </p:cNvPr>
            <p:cNvGrpSpPr/>
            <p:nvPr/>
          </p:nvGrpSpPr>
          <p:grpSpPr>
            <a:xfrm>
              <a:off x="0" y="-33094"/>
              <a:ext cx="12192000" cy="830264"/>
              <a:chOff x="0" y="0"/>
              <a:chExt cx="24384000" cy="3824872"/>
            </a:xfrm>
            <a:grpFill/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BF7EBFFF-3705-D14A-578F-66FC627DDD07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3824872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3716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CO" sz="1200" noProof="0"/>
              </a:p>
            </p:txBody>
          </p:sp>
        </p:grp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8C3A319F-C128-69C5-D66D-4CA64D09D77A}"/>
                </a:ext>
              </a:extLst>
            </p:cNvPr>
            <p:cNvSpPr txBox="1"/>
            <p:nvPr/>
          </p:nvSpPr>
          <p:spPr>
            <a:xfrm>
              <a:off x="1265806" y="166595"/>
              <a:ext cx="10539098" cy="430887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s-CO" sz="2800" b="1" spc="9" dirty="0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Inicio del aplicativo</a:t>
              </a:r>
            </a:p>
          </p:txBody>
        </p:sp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30C3C592-ED49-561E-6185-F1BB938A7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251" y="115458"/>
              <a:ext cx="847304" cy="533160"/>
            </a:xfrm>
            <a:prstGeom prst="rect">
              <a:avLst/>
            </a:prstGeom>
            <a:grpFill/>
          </p:spPr>
        </p:pic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0F938D3D-F1F5-5628-BEAE-266DA6B5B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923" y="1230207"/>
            <a:ext cx="2090868" cy="462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9E554DB-D2EC-4939-59B0-C9E3E0B01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75" y="1230207"/>
            <a:ext cx="2090868" cy="462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Llamada con línea 1 1">
            <a:extLst>
              <a:ext uri="{FF2B5EF4-FFF2-40B4-BE49-F238E27FC236}">
                <a16:creationId xmlns:a16="http://schemas.microsoft.com/office/drawing/2014/main" id="{6E307601-8EBF-C993-616B-5EC9A93EB249}"/>
              </a:ext>
            </a:extLst>
          </p:cNvPr>
          <p:cNvSpPr/>
          <p:nvPr/>
        </p:nvSpPr>
        <p:spPr>
          <a:xfrm>
            <a:off x="5554883" y="4278405"/>
            <a:ext cx="1539433" cy="1341064"/>
          </a:xfrm>
          <a:prstGeom prst="borderCallout1">
            <a:avLst>
              <a:gd name="adj1" fmla="val 52473"/>
              <a:gd name="adj2" fmla="val -1982"/>
              <a:gd name="adj3" fmla="val 30394"/>
              <a:gd name="adj4" fmla="val -140076"/>
            </a:avLst>
          </a:prstGeom>
          <a:solidFill>
            <a:srgbClr val="2A547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No va ningún logo, eliminar todos los logos de esta sección.</a:t>
            </a:r>
          </a:p>
          <a:p>
            <a:pPr algn="l"/>
            <a:endParaRPr lang="es-PE" sz="1400" dirty="0"/>
          </a:p>
        </p:txBody>
      </p:sp>
      <p:sp>
        <p:nvSpPr>
          <p:cNvPr id="5" name="Llamada con línea 1 4">
            <a:extLst>
              <a:ext uri="{FF2B5EF4-FFF2-40B4-BE49-F238E27FC236}">
                <a16:creationId xmlns:a16="http://schemas.microsoft.com/office/drawing/2014/main" id="{D2FB9BDB-3503-980A-4641-6AA69AD335FC}"/>
              </a:ext>
            </a:extLst>
          </p:cNvPr>
          <p:cNvSpPr/>
          <p:nvPr/>
        </p:nvSpPr>
        <p:spPr>
          <a:xfrm>
            <a:off x="5554882" y="1327431"/>
            <a:ext cx="1539433" cy="1341064"/>
          </a:xfrm>
          <a:prstGeom prst="borderCallout1">
            <a:avLst>
              <a:gd name="adj1" fmla="val 52473"/>
              <a:gd name="adj2" fmla="val -1982"/>
              <a:gd name="adj3" fmla="val 30394"/>
              <a:gd name="adj4" fmla="val -140076"/>
            </a:avLst>
          </a:prstGeom>
          <a:solidFill>
            <a:srgbClr val="2A547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Poner el logo de la municipalidad a lado derecho </a:t>
            </a:r>
          </a:p>
          <a:p>
            <a:pPr algn="l"/>
            <a:endParaRPr lang="es-PE" sz="1400" dirty="0"/>
          </a:p>
        </p:txBody>
      </p:sp>
      <p:pic>
        <p:nvPicPr>
          <p:cNvPr id="7" name="Gráfico 6" descr="Thumbs up sign con relleno sólido">
            <a:extLst>
              <a:ext uri="{FF2B5EF4-FFF2-40B4-BE49-F238E27FC236}">
                <a16:creationId xmlns:a16="http://schemas.microsoft.com/office/drawing/2014/main" id="{3976581D-3941-C823-6204-47C70D3055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8115" y="3185278"/>
            <a:ext cx="717187" cy="717187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99D89C47-FABC-F37A-4A5A-CF1001F0A8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003"/>
          <a:stretch>
            <a:fillRect/>
          </a:stretch>
        </p:blipFill>
        <p:spPr bwMode="auto">
          <a:xfrm>
            <a:off x="7538123" y="1378803"/>
            <a:ext cx="2090868" cy="111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186FC9E-467E-58BB-0889-C80AF4FBEB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3015" y="1651184"/>
            <a:ext cx="909062" cy="337681"/>
          </a:xfrm>
          <a:prstGeom prst="rect">
            <a:avLst/>
          </a:prstGeom>
        </p:spPr>
      </p:pic>
      <p:sp>
        <p:nvSpPr>
          <p:cNvPr id="16" name="Flecha derecha 15">
            <a:extLst>
              <a:ext uri="{FF2B5EF4-FFF2-40B4-BE49-F238E27FC236}">
                <a16:creationId xmlns:a16="http://schemas.microsoft.com/office/drawing/2014/main" id="{EFA4316F-8BA6-0F49-5748-16359E7852B1}"/>
              </a:ext>
            </a:extLst>
          </p:cNvPr>
          <p:cNvSpPr/>
          <p:nvPr/>
        </p:nvSpPr>
        <p:spPr>
          <a:xfrm>
            <a:off x="7004248" y="1981481"/>
            <a:ext cx="623943" cy="451821"/>
          </a:xfrm>
          <a:prstGeom prst="rightArrow">
            <a:avLst>
              <a:gd name="adj1" fmla="val 45238"/>
              <a:gd name="adj2" fmla="val 50000"/>
            </a:avLst>
          </a:prstGeom>
          <a:solidFill>
            <a:srgbClr val="FF0000"/>
          </a:solidFill>
        </p:spPr>
        <p:txBody>
          <a:bodyPr wrap="square" lIns="0" tIns="0" rIns="0" bIns="0" rtlCol="0" anchor="ctr"/>
          <a:lstStyle/>
          <a:p>
            <a:pPr algn="l"/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255126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F6A3A-9418-47F7-957E-F978E433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7F5D41BF-26A0-99A5-27C9-00192CBB5D7B}"/>
              </a:ext>
            </a:extLst>
          </p:cNvPr>
          <p:cNvGrpSpPr/>
          <p:nvPr/>
        </p:nvGrpSpPr>
        <p:grpSpPr>
          <a:xfrm>
            <a:off x="0" y="-33094"/>
            <a:ext cx="12192000" cy="830264"/>
            <a:chOff x="0" y="-33094"/>
            <a:chExt cx="12192000" cy="830264"/>
          </a:xfrm>
          <a:solidFill>
            <a:srgbClr val="7A81FF"/>
          </a:solidFill>
        </p:grpSpPr>
        <p:sp>
          <p:nvSpPr>
            <p:cNvPr id="4" name="46 CuadroTexto">
              <a:extLst>
                <a:ext uri="{FF2B5EF4-FFF2-40B4-BE49-F238E27FC236}">
                  <a16:creationId xmlns:a16="http://schemas.microsoft.com/office/drawing/2014/main" id="{1369739C-47A9-381D-4DB2-71B1A42CD9C4}"/>
                </a:ext>
              </a:extLst>
            </p:cNvPr>
            <p:cNvSpPr txBox="1"/>
            <p:nvPr/>
          </p:nvSpPr>
          <p:spPr>
            <a:xfrm>
              <a:off x="180949" y="229827"/>
              <a:ext cx="4341438" cy="461665"/>
            </a:xfrm>
            <a:prstGeom prst="rect">
              <a:avLst/>
            </a:prstGeom>
            <a:grpFill/>
          </p:spPr>
          <p:txBody>
            <a:bodyPr lIns="91440" tIns="45720" rIns="91440" bIns="45720" anchor="t">
              <a:normAutofit lnSpcReduction="10000"/>
            </a:bodyPr>
            <a:lstStyle>
              <a:defPPr>
                <a:defRPr lang="en-US"/>
              </a:defPPr>
              <a:lvl1pPr defTabSz="914400">
                <a:lnSpc>
                  <a:spcPct val="90000"/>
                </a:lnSpc>
                <a:spcBef>
                  <a:spcPct val="0"/>
                </a:spcBef>
                <a:buNone/>
                <a:defRPr sz="2800" b="1">
                  <a:ln>
                    <a:noFill/>
                  </a:ln>
                  <a:solidFill>
                    <a:srgbClr val="3AAA35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es-CO" noProof="0"/>
                <a:t>Necesidad identificada 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856F50C9-8342-1CD1-FCE1-A8D107D4F4A2}"/>
                </a:ext>
              </a:extLst>
            </p:cNvPr>
            <p:cNvGrpSpPr/>
            <p:nvPr/>
          </p:nvGrpSpPr>
          <p:grpSpPr>
            <a:xfrm>
              <a:off x="0" y="-33094"/>
              <a:ext cx="12192000" cy="830264"/>
              <a:chOff x="0" y="0"/>
              <a:chExt cx="24384000" cy="3824872"/>
            </a:xfrm>
            <a:grpFill/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AD9E0D67-18A9-1C2D-59D6-428706BFF355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3824872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3716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CO" sz="1200" noProof="0"/>
              </a:p>
            </p:txBody>
          </p:sp>
        </p:grp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96F3E510-3239-8675-2526-1F22BB1FCB95}"/>
                </a:ext>
              </a:extLst>
            </p:cNvPr>
            <p:cNvSpPr txBox="1"/>
            <p:nvPr/>
          </p:nvSpPr>
          <p:spPr>
            <a:xfrm>
              <a:off x="1265806" y="166595"/>
              <a:ext cx="10539098" cy="430887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s-CO" sz="2800" b="1" spc="9" dirty="0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Antes y durante las </a:t>
              </a:r>
              <a:r>
                <a:rPr lang="es-CO" sz="2800" b="1" spc="9" dirty="0" err="1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busqueda</a:t>
              </a:r>
              <a:endParaRPr lang="es-CO" sz="2800" b="1" spc="9" dirty="0">
                <a:solidFill>
                  <a:schemeClr val="bg1"/>
                </a:solidFill>
                <a:latin typeface="Poppins" panose="00000500000000000000" pitchFamily="2" charset="0"/>
                <a:ea typeface="Archivo Black"/>
                <a:cs typeface="Poppins" panose="00000500000000000000" pitchFamily="2" charset="0"/>
                <a:sym typeface="Archivo Black"/>
              </a:endParaRPr>
            </a:p>
          </p:txBody>
        </p:sp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E7C3E81F-99AF-241B-941B-93F55B41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251" y="115458"/>
              <a:ext cx="847304" cy="533160"/>
            </a:xfrm>
            <a:prstGeom prst="rect">
              <a:avLst/>
            </a:prstGeom>
            <a:grpFill/>
          </p:spPr>
        </p:pic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569B1D8C-79E1-E4CF-42A9-561D58739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03" y="1322293"/>
            <a:ext cx="2136349" cy="472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247AD1BB-6A57-2A90-63D1-53E60E417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752" y="1322294"/>
            <a:ext cx="2136350" cy="472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5AB65AE-1094-7DC0-9F3E-CB0DFE1AD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602" y="1322292"/>
            <a:ext cx="2136349" cy="472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Llamada con línea 1 11">
            <a:extLst>
              <a:ext uri="{FF2B5EF4-FFF2-40B4-BE49-F238E27FC236}">
                <a16:creationId xmlns:a16="http://schemas.microsoft.com/office/drawing/2014/main" id="{BC6BFA84-010F-5BCB-4764-285753EBFF87}"/>
              </a:ext>
            </a:extLst>
          </p:cNvPr>
          <p:cNvSpPr/>
          <p:nvPr/>
        </p:nvSpPr>
        <p:spPr>
          <a:xfrm>
            <a:off x="7649451" y="1322292"/>
            <a:ext cx="1539433" cy="1813532"/>
          </a:xfrm>
          <a:prstGeom prst="borderCallout1">
            <a:avLst>
              <a:gd name="adj1" fmla="val 52473"/>
              <a:gd name="adj2" fmla="val -1982"/>
              <a:gd name="adj3" fmla="val 80815"/>
              <a:gd name="adj4" fmla="val -63353"/>
            </a:avLst>
          </a:prstGeom>
          <a:solidFill>
            <a:srgbClr val="2A547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Salen en la ruta elegida la parada inicial y la parada final. No se muestra las paradas intermedias.</a:t>
            </a:r>
          </a:p>
          <a:p>
            <a:pPr algn="l"/>
            <a:endParaRPr lang="es-PE" sz="1400" dirty="0"/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7E0B0DAC-C320-E938-3FFE-B30228685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8528" y="1322292"/>
            <a:ext cx="2186376" cy="483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Llamada con línea 1 12">
            <a:extLst>
              <a:ext uri="{FF2B5EF4-FFF2-40B4-BE49-F238E27FC236}">
                <a16:creationId xmlns:a16="http://schemas.microsoft.com/office/drawing/2014/main" id="{36CEA327-E6FE-FDE3-BE20-D2B012CF2CD0}"/>
              </a:ext>
            </a:extLst>
          </p:cNvPr>
          <p:cNvSpPr/>
          <p:nvPr/>
        </p:nvSpPr>
        <p:spPr>
          <a:xfrm>
            <a:off x="7876595" y="3925792"/>
            <a:ext cx="1539433" cy="1813532"/>
          </a:xfrm>
          <a:prstGeom prst="borderCallout1">
            <a:avLst>
              <a:gd name="adj1" fmla="val 47571"/>
              <a:gd name="adj2" fmla="val 99490"/>
              <a:gd name="adj3" fmla="val 7284"/>
              <a:gd name="adj4" fmla="val 159391"/>
            </a:avLst>
          </a:prstGeom>
          <a:solidFill>
            <a:srgbClr val="2A547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Ya salen las paradas listadas.</a:t>
            </a:r>
          </a:p>
          <a:p>
            <a:pPr algn="l"/>
            <a:endParaRPr lang="es-PE" sz="1400" dirty="0"/>
          </a:p>
        </p:txBody>
      </p:sp>
      <p:pic>
        <p:nvPicPr>
          <p:cNvPr id="14" name="Gráfico 13" descr="Thumbs up sign con relleno sólido">
            <a:extLst>
              <a:ext uri="{FF2B5EF4-FFF2-40B4-BE49-F238E27FC236}">
                <a16:creationId xmlns:a16="http://schemas.microsoft.com/office/drawing/2014/main" id="{87A2E840-D68E-C918-2306-0FDBECD3FE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18115" y="3185278"/>
            <a:ext cx="717187" cy="717187"/>
          </a:xfrm>
          <a:prstGeom prst="rect">
            <a:avLst/>
          </a:prstGeom>
        </p:spPr>
      </p:pic>
      <p:pic>
        <p:nvPicPr>
          <p:cNvPr id="15" name="Gráfico 14" descr="Thumbs up sign con relleno sólido">
            <a:extLst>
              <a:ext uri="{FF2B5EF4-FFF2-40B4-BE49-F238E27FC236}">
                <a16:creationId xmlns:a16="http://schemas.microsoft.com/office/drawing/2014/main" id="{E96689FB-C687-0553-1D0C-68D6A88E95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07626" y="4818519"/>
            <a:ext cx="717187" cy="717187"/>
          </a:xfrm>
          <a:prstGeom prst="rect">
            <a:avLst/>
          </a:prstGeom>
        </p:spPr>
      </p:pic>
      <p:pic>
        <p:nvPicPr>
          <p:cNvPr id="17" name="Gráfico 16" descr="Thumbs up sign con relleno sólido">
            <a:extLst>
              <a:ext uri="{FF2B5EF4-FFF2-40B4-BE49-F238E27FC236}">
                <a16:creationId xmlns:a16="http://schemas.microsoft.com/office/drawing/2014/main" id="{D29951D3-EAC5-8B78-4501-421A363EC0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32861" y="4403471"/>
            <a:ext cx="717187" cy="71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1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FBB7-DA36-1B3C-FE01-392ABFA6F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FD5DBA0-6DC2-6F28-1821-E5C7C2952448}"/>
              </a:ext>
            </a:extLst>
          </p:cNvPr>
          <p:cNvGrpSpPr/>
          <p:nvPr/>
        </p:nvGrpSpPr>
        <p:grpSpPr>
          <a:xfrm>
            <a:off x="0" y="-33094"/>
            <a:ext cx="12192000" cy="830264"/>
            <a:chOff x="0" y="-33094"/>
            <a:chExt cx="12192000" cy="830264"/>
          </a:xfrm>
          <a:solidFill>
            <a:srgbClr val="7A81FF"/>
          </a:solidFill>
        </p:grpSpPr>
        <p:sp>
          <p:nvSpPr>
            <p:cNvPr id="4" name="46 CuadroTexto">
              <a:extLst>
                <a:ext uri="{FF2B5EF4-FFF2-40B4-BE49-F238E27FC236}">
                  <a16:creationId xmlns:a16="http://schemas.microsoft.com/office/drawing/2014/main" id="{07175ABC-66C4-97A8-48D0-C0BE762C46B7}"/>
                </a:ext>
              </a:extLst>
            </p:cNvPr>
            <p:cNvSpPr txBox="1"/>
            <p:nvPr/>
          </p:nvSpPr>
          <p:spPr>
            <a:xfrm>
              <a:off x="180949" y="229827"/>
              <a:ext cx="4341438" cy="461665"/>
            </a:xfrm>
            <a:prstGeom prst="rect">
              <a:avLst/>
            </a:prstGeom>
            <a:grpFill/>
          </p:spPr>
          <p:txBody>
            <a:bodyPr lIns="91440" tIns="45720" rIns="91440" bIns="45720" anchor="t">
              <a:normAutofit lnSpcReduction="10000"/>
            </a:bodyPr>
            <a:lstStyle>
              <a:defPPr>
                <a:defRPr lang="en-US"/>
              </a:defPPr>
              <a:lvl1pPr defTabSz="914400">
                <a:lnSpc>
                  <a:spcPct val="90000"/>
                </a:lnSpc>
                <a:spcBef>
                  <a:spcPct val="0"/>
                </a:spcBef>
                <a:buNone/>
                <a:defRPr sz="2800" b="1">
                  <a:ln>
                    <a:noFill/>
                  </a:ln>
                  <a:solidFill>
                    <a:srgbClr val="3AAA35"/>
                  </a:solidFill>
                  <a:latin typeface="Arial"/>
                  <a:ea typeface="+mj-ea"/>
                  <a:cs typeface="Arial"/>
                </a:defRPr>
              </a:lvl1pPr>
            </a:lstStyle>
            <a:p>
              <a:r>
                <a:rPr lang="es-CO" noProof="0"/>
                <a:t>Necesidad identificada </a:t>
              </a:r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43A4DFF0-43AE-A24B-5371-69272EC57093}"/>
                </a:ext>
              </a:extLst>
            </p:cNvPr>
            <p:cNvGrpSpPr/>
            <p:nvPr/>
          </p:nvGrpSpPr>
          <p:grpSpPr>
            <a:xfrm>
              <a:off x="0" y="-33094"/>
              <a:ext cx="12192000" cy="830264"/>
              <a:chOff x="0" y="0"/>
              <a:chExt cx="24384000" cy="3824872"/>
            </a:xfrm>
            <a:grpFill/>
          </p:grpSpPr>
          <p:sp>
            <p:nvSpPr>
              <p:cNvPr id="11" name="Freeform 7">
                <a:extLst>
                  <a:ext uri="{FF2B5EF4-FFF2-40B4-BE49-F238E27FC236}">
                    <a16:creationId xmlns:a16="http://schemas.microsoft.com/office/drawing/2014/main" id="{317BC3A5-8ED3-8506-F2C6-57CB20B2E8DD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3824872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3716000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3716000"/>
                    </a:lnTo>
                    <a:lnTo>
                      <a:pt x="0" y="13716000"/>
                    </a:ln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s-CO" sz="1200" noProof="0"/>
              </a:p>
            </p:txBody>
          </p:sp>
        </p:grp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239D9EA7-782C-8793-E7AD-3882E2A48DE0}"/>
                </a:ext>
              </a:extLst>
            </p:cNvPr>
            <p:cNvSpPr txBox="1"/>
            <p:nvPr/>
          </p:nvSpPr>
          <p:spPr>
            <a:xfrm>
              <a:off x="1265806" y="166595"/>
              <a:ext cx="10539098" cy="430887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s-CO" sz="2800" b="1" spc="9" dirty="0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Cuando ejecuta la </a:t>
              </a:r>
              <a:r>
                <a:rPr lang="es-CO" sz="2800" b="1" spc="9" dirty="0" err="1">
                  <a:solidFill>
                    <a:schemeClr val="bg1"/>
                  </a:solidFill>
                  <a:latin typeface="Poppins" panose="00000500000000000000" pitchFamily="2" charset="0"/>
                  <a:ea typeface="Archivo Black"/>
                  <a:cs typeface="Poppins" panose="00000500000000000000" pitchFamily="2" charset="0"/>
                  <a:sym typeface="Archivo Black"/>
                </a:rPr>
                <a:t>busqueda</a:t>
              </a:r>
              <a:endParaRPr lang="es-CO" sz="2800" b="1" spc="9" dirty="0">
                <a:solidFill>
                  <a:schemeClr val="bg1"/>
                </a:solidFill>
                <a:latin typeface="Poppins" panose="00000500000000000000" pitchFamily="2" charset="0"/>
                <a:ea typeface="Archivo Black"/>
                <a:cs typeface="Poppins" panose="00000500000000000000" pitchFamily="2" charset="0"/>
                <a:sym typeface="Archivo Black"/>
              </a:endParaRPr>
            </a:p>
          </p:txBody>
        </p:sp>
        <p:pic>
          <p:nvPicPr>
            <p:cNvPr id="9" name="object 4">
              <a:extLst>
                <a:ext uri="{FF2B5EF4-FFF2-40B4-BE49-F238E27FC236}">
                  <a16:creationId xmlns:a16="http://schemas.microsoft.com/office/drawing/2014/main" id="{BA9C7CF2-AFDC-602B-F77A-25F4D206F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251" y="115458"/>
              <a:ext cx="847304" cy="533160"/>
            </a:xfrm>
            <a:prstGeom prst="rect">
              <a:avLst/>
            </a:prstGeom>
            <a:grpFill/>
          </p:spPr>
        </p:pic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53FA0200-B8F1-334C-79B5-5FF239476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967" y="1186747"/>
            <a:ext cx="2026332" cy="448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Llamada con línea 1 1">
            <a:extLst>
              <a:ext uri="{FF2B5EF4-FFF2-40B4-BE49-F238E27FC236}">
                <a16:creationId xmlns:a16="http://schemas.microsoft.com/office/drawing/2014/main" id="{16A09805-F9D8-AC94-4300-B4D4AAC4DCD4}"/>
              </a:ext>
            </a:extLst>
          </p:cNvPr>
          <p:cNvSpPr/>
          <p:nvPr/>
        </p:nvSpPr>
        <p:spPr>
          <a:xfrm>
            <a:off x="3109954" y="1615468"/>
            <a:ext cx="1539433" cy="1813532"/>
          </a:xfrm>
          <a:prstGeom prst="borderCallout1">
            <a:avLst>
              <a:gd name="adj1" fmla="val 52473"/>
              <a:gd name="adj2" fmla="val -1982"/>
              <a:gd name="adj3" fmla="val 80815"/>
              <a:gd name="adj4" fmla="val -63353"/>
            </a:avLst>
          </a:prstGeom>
          <a:solidFill>
            <a:srgbClr val="2A5479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s-PE" sz="1400" dirty="0">
                <a:solidFill>
                  <a:schemeClr val="bg1"/>
                </a:solidFill>
              </a:rPr>
              <a:t>Cuando ejecuta la ruta elegida, no se muestra las paradas, ni se desplega las paradas intermedias ni finales.</a:t>
            </a:r>
          </a:p>
          <a:p>
            <a:pPr algn="l"/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414697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A5479"/>
        </a:solidFill>
      </a:spPr>
      <a:bodyPr wrap="square" lIns="0" tIns="0" rIns="0" bIns="0" rtlCol="0"/>
      <a:lstStyle>
        <a:defPPr algn="l">
          <a:defRPr sz="1400"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rkasHelpful xmlns="e98cf2a7-76a9-4c7e-9e53-ae091dd5dcc9">false</MarkasHelpful>
    <Categorization xmlns="a112f708-1e7e-4153-af97-1f8ba53e0cd4" xsi:nil="true"/>
    <Tag xmlns="a112f708-1e7e-4153-af97-1f8ba53e0cd4"/>
    <MarkasDecision xmlns="e98cf2a7-76a9-4c7e-9e53-ae091dd5dcc9">false</MarkasDecision>
    <ContentFlag xmlns="e98cf2a7-76a9-4c7e-9e53-ae091dd5dcc9">None</ContentFlag>
    <TagsPlainText xmlns="e98cf2a7-76a9-4c7e-9e53-ae091dd5dcc9" xsi:nil="true"/>
    <MarkasAction xmlns="e98cf2a7-76a9-4c7e-9e53-ae091dd5dcc9">false</MarkasAction>
    <MarkasSuccess xmlns="e98cf2a7-76a9-4c7e-9e53-ae091dd5dcc9">false</MarkasSuccess>
    <FileDescription xmlns="e98cf2a7-76a9-4c7e-9e53-ae091dd5dcc9" xsi:nil="true"/>
    <MarkasFeatured xmlns="e98cf2a7-76a9-4c7e-9e53-ae091dd5dcc9">false</MarkasFeatured>
    <TaxCatchAll xmlns="e98cf2a7-76a9-4c7e-9e53-ae091dd5dcc9" xsi:nil="true"/>
    <lcf76f155ced4ddcb4097134ff3c332f xmlns="a112f708-1e7e-4153-af97-1f8ba53e0cd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RicohContentType" ma:contentTypeID="0x010100793AA7D56406304698C72BB5734F0C2500D010706294E00D4CBB6BAA9803E3C67C" ma:contentTypeVersion="19" ma:contentTypeDescription="Create a new document." ma:contentTypeScope="" ma:versionID="519fe4dca73df54c981ec197c3f06d46">
  <xsd:schema xmlns:xsd="http://www.w3.org/2001/XMLSchema" xmlns:xs="http://www.w3.org/2001/XMLSchema" xmlns:p="http://schemas.microsoft.com/office/2006/metadata/properties" xmlns:ns2="e98cf2a7-76a9-4c7e-9e53-ae091dd5dcc9" xmlns:ns3="a112f708-1e7e-4153-af97-1f8ba53e0cd4" xmlns:ns4="25fdcd52-53e3-4934-9ff1-1c3fa836d6f9" targetNamespace="http://schemas.microsoft.com/office/2006/metadata/properties" ma:root="true" ma:fieldsID="76d7463b9139e6e544d8011f49b463c3" ns2:_="" ns3:_="" ns4:_="">
    <xsd:import namespace="e98cf2a7-76a9-4c7e-9e53-ae091dd5dcc9"/>
    <xsd:import namespace="a112f708-1e7e-4153-af97-1f8ba53e0cd4"/>
    <xsd:import namespace="25fdcd52-53e3-4934-9ff1-1c3fa836d6f9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MarkasAction" minOccurs="0"/>
                <xsd:element ref="ns2:MarkasSuccess" minOccurs="0"/>
                <xsd:element ref="ns2:MarkasFeatured" minOccurs="0"/>
                <xsd:element ref="ns2:MarkasDecision" minOccurs="0"/>
                <xsd:element ref="ns2:MarkasHelpful" minOccurs="0"/>
                <xsd:element ref="ns2:FileDescription" minOccurs="0"/>
                <xsd:element ref="ns2:ContentFlag" minOccurs="0"/>
                <xsd:element ref="ns2:TagsPlainText" minOccurs="0"/>
                <xsd:element ref="ns3:Categorization" minOccurs="0"/>
                <xsd:element ref="ns3:Tag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8cf2a7-76a9-4c7e-9e53-ae091dd5dcc9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640133e9-7d01-434f-a74e-8cbb6ab38b9e}" ma:internalName="TaxCatchAll" ma:showField="CatchAllData" ma:web="25fdcd52-53e3-4934-9ff1-1c3fa836d6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640133e9-7d01-434f-a74e-8cbb6ab38b9e}" ma:internalName="TaxCatchAllLabel" ma:readOnly="true" ma:showField="CatchAllDataLabel" ma:web="25fdcd52-53e3-4934-9ff1-1c3fa836d6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arkasAction" ma:index="10" nillable="true" ma:displayName="MarkasAction" ma:default="0" ma:internalName="MarkasAction" ma:readOnly="false">
      <xsd:simpleType>
        <xsd:restriction base="dms:Boolean"/>
      </xsd:simpleType>
    </xsd:element>
    <xsd:element name="MarkasSuccess" ma:index="11" nillable="true" ma:displayName="MarkasSuccess" ma:default="0" ma:internalName="MarkasSuccess" ma:readOnly="false">
      <xsd:simpleType>
        <xsd:restriction base="dms:Boolean"/>
      </xsd:simpleType>
    </xsd:element>
    <xsd:element name="MarkasFeatured" ma:index="12" nillable="true" ma:displayName="MarkasFeatured" ma:default="0" ma:internalName="MarkasFeatured" ma:readOnly="false">
      <xsd:simpleType>
        <xsd:restriction base="dms:Boolean"/>
      </xsd:simpleType>
    </xsd:element>
    <xsd:element name="MarkasDecision" ma:index="13" nillable="true" ma:displayName="MarkasDecision" ma:default="0" ma:internalName="MarkasDecision" ma:readOnly="false">
      <xsd:simpleType>
        <xsd:restriction base="dms:Boolean"/>
      </xsd:simpleType>
    </xsd:element>
    <xsd:element name="MarkasHelpful" ma:index="14" nillable="true" ma:displayName="MarkasHelpful" ma:default="0" ma:internalName="MarkasHelpful" ma:readOnly="false">
      <xsd:simpleType>
        <xsd:restriction base="dms:Boolean"/>
      </xsd:simpleType>
    </xsd:element>
    <xsd:element name="FileDescription" ma:index="15" nillable="true" ma:displayName="FileDescription" ma:internalName="FileDescription" ma:readOnly="false">
      <xsd:simpleType>
        <xsd:restriction base="dms:Note">
          <xsd:maxLength value="255"/>
        </xsd:restriction>
      </xsd:simpleType>
    </xsd:element>
    <xsd:element name="ContentFlag" ma:index="16" nillable="true" ma:displayName="Content Flag" ma:default="None" ma:format="Dropdown" ma:internalName="ContentFlag" ma:readOnly="false">
      <xsd:simpleType>
        <xsd:restriction base="dms:Choice">
          <xsd:enumeration value="Final"/>
          <xsd:enumeration value="Official"/>
          <xsd:enumeration value="Reserved"/>
          <xsd:enumeration value="Outdated"/>
          <xsd:enumeration value="None"/>
        </xsd:restriction>
      </xsd:simpleType>
    </xsd:element>
    <xsd:element name="TagsPlainText" ma:index="17" nillable="true" ma:displayName="TagsPlainText" ma:internalName="TagsPlainText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12f708-1e7e-4153-af97-1f8ba53e0cd4" elementFormDefault="qualified">
    <xsd:import namespace="http://schemas.microsoft.com/office/2006/documentManagement/types"/>
    <xsd:import namespace="http://schemas.microsoft.com/office/infopath/2007/PartnerControls"/>
    <xsd:element name="Categorization" ma:index="18" nillable="true" ma:displayName="Categorization" ma:list="{8e357a3a-0ad4-4964-b4e0-905c266a2852}" ma:internalName="Categorization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g" ma:index="19" nillable="true" ma:displayName="Tag" ma:list="{546da900-0d38-456c-9824-a8df9d7287a3}" ma:internalName="Tag" ma:readOnly="false" ma:showField="Titl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ediaServiceMetadata" ma:index="2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23" nillable="true" ma:displayName="Tags" ma:internalName="MediaServiceAutoTags" ma:readOnly="true">
      <xsd:simpleType>
        <xsd:restriction base="dms:Text"/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  <xsd:element name="MediaServiceOCR" ma:index="2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30" nillable="true" ma:taxonomy="true" ma:internalName="lcf76f155ced4ddcb4097134ff3c332f" ma:taxonomyFieldName="MediaServiceImageTags" ma:displayName="Image Tags" ma:readOnly="false" ma:fieldId="{5cf76f15-5ced-4ddc-b409-7134ff3c332f}" ma:taxonomyMulti="true" ma:sspId="88a6d8c5-8c03-47c1-b75c-f6292a35d6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dcd52-53e3-4934-9ff1-1c3fa836d6f9" elementFormDefault="qualified">
    <xsd:import namespace="http://schemas.microsoft.com/office/2006/documentManagement/types"/>
    <xsd:import namespace="http://schemas.microsoft.com/office/infopath/2007/PartnerControls"/>
    <xsd:element name="SharedWithUsers" ma:index="3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88a6d8c5-8c03-47c1-b75c-f6292a35d670" ContentTypeId="0x010100793AA7D56406304698C72BB5734F0C25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573F3D-4068-4346-8B57-B85A4193C278}">
  <ds:schemaRefs>
    <ds:schemaRef ds:uri="http://www.w3.org/XML/1998/namespace"/>
    <ds:schemaRef ds:uri="http://purl.org/dc/elements/1.1/"/>
    <ds:schemaRef ds:uri="e98cf2a7-76a9-4c7e-9e53-ae091dd5dcc9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25fdcd52-53e3-4934-9ff1-1c3fa836d6f9"/>
    <ds:schemaRef ds:uri="http://purl.org/dc/terms/"/>
    <ds:schemaRef ds:uri="a112f708-1e7e-4153-af97-1f8ba53e0cd4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CFCDE10-349B-4167-B9B2-2E09AC757348}">
  <ds:schemaRefs>
    <ds:schemaRef ds:uri="25fdcd52-53e3-4934-9ff1-1c3fa836d6f9"/>
    <ds:schemaRef ds:uri="a112f708-1e7e-4153-af97-1f8ba53e0cd4"/>
    <ds:schemaRef ds:uri="e98cf2a7-76a9-4c7e-9e53-ae091dd5dc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F0FB1A0-79D4-4F7C-916F-333E9E9A839A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8DD79708-1ACB-4C3A-ACA9-423539C321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15172</TotalTime>
  <Words>126</Words>
  <Application>Microsoft Macintosh PowerPoint</Application>
  <PresentationFormat>Panorámica</PresentationFormat>
  <Paragraphs>24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Diana Morante</dc:creator>
  <cp:lastModifiedBy>Oscar Frank </cp:lastModifiedBy>
  <cp:revision>25</cp:revision>
  <cp:lastPrinted>2021-05-11T14:57:06Z</cp:lastPrinted>
  <dcterms:created xsi:type="dcterms:W3CDTF">2021-02-26T16:54:19Z</dcterms:created>
  <dcterms:modified xsi:type="dcterms:W3CDTF">2026-03-20T18:36:47Z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0x010100793AA7D56406304698C72BB5734F0C2500D010706294E00D4CBB6BAA9803E3C67C</vt:lpwstr>
  </property>
</Properties>
</file>